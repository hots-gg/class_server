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연수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95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LAN 과제 · CBT · AI 서술형 채점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소개 + 우리 반으로 따라 하기  ·  v0.2.0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2011680" cy="585216"/>
          </a:xfrm>
          <a:prstGeom prst="roundRect">
            <a:avLst>
              <a:gd name="adj" fmla="val 15625"/>
            </a:avLst>
          </a:prstGeom>
          <a:solidFill>
            <a:srgbClr val="141C2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3840480"/>
            <a:ext cx="1719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PC가 곧 서버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78608" y="3840480"/>
            <a:ext cx="2011680" cy="585216"/>
          </a:xfrm>
          <a:prstGeom prst="roundRect">
            <a:avLst>
              <a:gd name="adj" fmla="val 15625"/>
            </a:avLst>
          </a:prstGeom>
          <a:solidFill>
            <a:srgbClr val="141C2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3840480"/>
            <a:ext cx="1719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객관식·단답형 자동 채점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0016" y="3840480"/>
            <a:ext cx="2011680" cy="585216"/>
          </a:xfrm>
          <a:prstGeom prst="roundRect">
            <a:avLst>
              <a:gd name="adj" fmla="val 15625"/>
            </a:avLst>
          </a:prstGeom>
          <a:solidFill>
            <a:srgbClr val="141C2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840480"/>
            <a:ext cx="1719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초안, 결재는 교사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순서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이렇게 진행합니다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59105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소개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67712"/>
            <a:ext cx="21945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프로그램인가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교사·학생 화면 구조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과제와 시험의 차이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557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6557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59352" y="159105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하기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2267712"/>
            <a:ext cx="21945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 만들고 명단 올리기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엑셀로 시험 만들어 시작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학생으로 응시 → AI 채점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748272" y="159105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쓰기 · Q&amp;A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2267712"/>
            <a:ext cx="21945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 쓰는 법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전송되는지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적용 이야기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" y="38862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 </a:t>
            </a:r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실습은 교사 PC 한 대에 학생 프로그램을 같이 띄워 혼자서도 할 수 있습니다. 데이터는 각자 세이브 파일에만 남습니다.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만들었나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중 평가가 힘든 이유는 세 가지입니다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6276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시험지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286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걷고, 채점하고, 통계 내고, 돌려주기까지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반에 한 시간이 그냥 갑니다.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83864" y="16276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복사·붙여넣기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83864" y="2286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답을 쓰게 하면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검색과 붙여넣기를 막을 방법이 없습니다.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2784" y="16276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채점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286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30명 × 3문항 = 90개 답안.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일관되게 지키기가 가장 어렵습니다.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" y="39776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  </a:t>
            </a:r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학생은 자기 자리 컴퓨터에서 풀고, 채점은 프로그램이 하고, 서술형만 AI 초안을 받아 교사가 확정합니다.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시스템은 이런 프로그램입니다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5910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PC가 서버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86000"/>
            <a:ext cx="21945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교사용 프로그램을 켜면 끝.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교실 LAN이면 학생이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 찾아 접속합니다.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인터넷·외부 서버 없음.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557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6557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▦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15910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학생은 접속 코드로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2286000"/>
            <a:ext cx="21945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학생용은 설치 없는 exe 하나.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6자리 코드로 로그인.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제출과 시험 응시,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결과·피드백 확인까지.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15910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서술형만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2286000"/>
            <a:ext cx="21945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객관식·단답형은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규칙으로 즉시 채점.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서술형은 채점기준·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모범답안을 근거로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초안을 내고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교사가 검토해 반영.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  </a:t>
            </a:r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중에는 LAN만, AI 채점할 때만 교사 PC의 인터넷을 씁니다. 학생 이름·번호는 AI에 보내지 않습니다.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탭 다섯 개, 학생 탭 두 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교사용 (대시보드)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691640"/>
            <a:ext cx="329184" cy="32918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1627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현황판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1627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접속·이탈·제출 실시간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2240280"/>
            <a:ext cx="329184" cy="32918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21762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명단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2176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양식으로 등록, 접속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24912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" y="2788920"/>
            <a:ext cx="329184" cy="32918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" y="2724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2724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배부 → 제출물 zip 회수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73552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" y="3337560"/>
            <a:ext cx="329184" cy="32918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" y="3337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" y="32735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시험(CBT)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468880" y="3273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편집 → 시작 → 감독 → 채점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822192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" y="3886200"/>
            <a:ext cx="329184" cy="32918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3504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· 설정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2468880" y="3822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키·모델, 세이브 파일, 잠금 해제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학생용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0" y="1627632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70448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📁 과제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870448" y="2066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내려받기 → 작업 → 제출. 재제출 허용 여부는 교사가 정합니다.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0" y="29718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70448" y="3081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 시험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870448" y="341071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시험이 시작되면 자동으로 응시 화면. 답안 표기란(OMR)으로 확인하고 제출. 공개된 결과와 피드백은 여기서.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66928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 "연결됨"을 누르면 서버 주소·응답 속도가 보입니다. 🔍로 화면 크기, 🌙로 테마.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과제와 시험 — 무엇으로 만들지 먼저 정합니다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주고받는 도구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901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것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901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제목·설명·첨부 파일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3957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하는 것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3957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내려받아 작업 후 결과 파일 제출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28895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8895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마감할 때까지 열려 있음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3832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— zip으로 받아 직접 확인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94944" y="3877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어울리는 활동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8770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보고서·발표 자료처럼 결과물이 파일 하나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01184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시험(CBT)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채점까지 이어지는 평가 도구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1901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것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1901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객관식·단답형·서술형 문항, 배점, 정답, 채점기준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901184" y="23957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하는 것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23957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안에서 직접 입력 (서술형은 파일 첨부 가능)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901184" y="28895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28895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 시간, 끝나면 자동 제출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901184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33832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객관식·단답형 자동, 서술형 AI 초안 → 교사 확정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901184" y="3877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어울리는 활동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38770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문항별 점수가 필요한 모든 평가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보고서를 AI로 채점하고 싶다면 → 과제가 아니라 "파일 첨부를 허용한 서술형 문항 하나짜리 시험"으로 만듭니다.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준비물 — 우리 반 명렬표만 있으면 됩니다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65960" cy="26060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59105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교사용 설치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86000"/>
            <a:ext cx="15087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교사용 Setup.exe 설치.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실행 때 방화벽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창에서 "개인 네트워크"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후 허용.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65960" cy="26060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7977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7977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159105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학생용 exe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98064" y="2286000"/>
            <a:ext cx="15087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학생용 exe (무설치).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USB·공유폴더로 배포.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실습에서는 교사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 같이 띄웁니다.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965960" cy="26060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8289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8289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159105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명렬표 엑셀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2286000"/>
            <a:ext cx="15087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[명단 양식 다운로드]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양식을 받아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 | 이름만 채움.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CSV도 됩니다.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1371600"/>
            <a:ext cx="1965960" cy="26060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8601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8601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159105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 키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04304" y="2286000"/>
            <a:ext cx="15087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AI 채점에만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필요(선택).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객관식·단답형만이면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없어도 됩니다.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생기부ON 키와 공용.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답안은 반드시 컴퓨터로 작성합니다. 종이 답안을 촬영·스캔한 파일은 글자 인식이 부정확해 AI 채점을 신뢰할 수 없습니다.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반으로 따라 하기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프로그램을 켜고, 우리 반 명렬표로 함께 진행합니다.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1 ~ 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 파일 만들기와 학생 명단 올리기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59105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→ 세이브 만들기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31136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[새 세이브 만들기] → 이름 입력.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2-3과학.classdb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파일은 2-3과학.files 폴더에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557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6557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59352" y="159105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명단 양식 → 불러오기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2231136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[학생 명단] 탭에서 양식 받기.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 | 이름만 채워 올리기.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행은 사유와 함께 건너뜀.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748272" y="159105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코드 확인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2231136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학생마다 6자리 코드 자동 발급.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누르면 크게 보입니다.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[접속코드표 다운로드]로 출력.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" y="39776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해 보기   </a:t>
            </a:r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세이브를 만들고 명렬표를 올린 뒤, 상단의 학생 접속 주소(예: 192.168.0.10:3690)를 칠판에 적어 둡니다.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만들기 — 문제 양식(엑셀) 한 장이면 됩니다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9377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양식 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" y="178308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" y="1783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975104" y="17830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/ 단답형 / 서술형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6656" y="2185416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" y="21854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· 배점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975104" y="21854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내용, 숫자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" y="2587752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" y="25877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975104" y="25877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객관식: 보기 번호 · 단답형: 인정 답안(; 구분)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6656" y="2990088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" y="29900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모범답안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975104" y="2990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전용 — AI 채점의 기준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" y="3392424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" y="33924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975104" y="33924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줄마다 "항목 (n점)" — 합계 = 배점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6656" y="37947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3794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파일첨부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975104" y="3794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전용 — "예"면 학생이 PDF·이미지·TXT 첨부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6656" y="4197096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" y="41970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보기1~10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975104" y="4197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보기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577840" y="1325880"/>
            <a:ext cx="31089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1490472"/>
            <a:ext cx="365760" cy="36576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[문제 양식(엑셀) 다운로드]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779008" y="1892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 안 "작성안내" 시트에 같은 설명이 있습니다.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77840" y="2468880"/>
            <a:ext cx="31089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0720" y="2633472"/>
            <a:ext cx="365760" cy="36576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6072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채워서 [엑셀로 문제 가져오기]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779008" y="3035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편집기에 문항이 채워집니다. 오류 행은 행 번호와 함께 안내.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77840" y="3611880"/>
            <a:ext cx="31089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60720" y="3776472"/>
            <a:ext cx="365760" cy="36576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6072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후 저장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5779008" y="4178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과목/학급을 고르고, "종료 즉시 성적 공개"를 켤 수도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시작 → 감독 화면 — 교사가 보는 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5910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[시작] 클릭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194560"/>
            <a:ext cx="1463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시간(분)을 정하고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전체화면 잠금 선택.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접속한 학생 전원이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시험 모드로.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59152" y="22860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977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7977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273552" y="15910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감독 화면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798064" y="2194560"/>
            <a:ext cx="1463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학생별 진행률·이탈·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제출이 실시간.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전환·붙여넣기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시도는 즉시 경고.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22860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8289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76672" y="15910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2194560"/>
            <a:ext cx="1463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끝나면 자동 제출.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[시험 종료]로 앞당김.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미제출자 자동 마감.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화면 즉시 종료.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22860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76656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8601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8601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15910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채점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004304" y="2194560"/>
            <a:ext cx="1463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객관식·단답형은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즉시 점수.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서술형은 다음에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초안을 받습니다.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알아두기   </a:t>
            </a:r>
            <a:pPr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문항·선택지 순서가 학생마다 다르게 섞입니다(옆자리 방지). Alt+Tab 자체는 막지 못하지만 감지·기록됩니다.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학생으로 응시해 보기 — 교사 PC에서 같이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5910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86000"/>
            <a:ext cx="21945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ClassServer-학생용.exe 실행.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[자동 찾기] 또는 칠판의 주소 입력,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접속 코드 6자리.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실습에서는 명단의 아무 학생 코드로.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557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6557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15910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2286000"/>
            <a:ext cx="21945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영역 + 오른쪽 답안 표기란(OMR).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1초마다 자동 저장.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붙여넣기·복사·우클릭 차단.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답안 칸은 크기 고정.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591056"/>
            <a:ext cx="475488" cy="475488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15910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· 제출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2286000"/>
            <a:ext cx="21945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허용 문항엔 [파일 첨부] 칸.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PDF·PNG/JPG·TXT, 10MB 이하.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올리면 교체.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[제출하기] → 확인 → 완료.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공용 PC   </a:t>
            </a:r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프로그램은 시험 진행 중일 때만 이전 학생으로 자동 재접속합니다. 그 외에는 켤 때마다 접속 화면 → 다음 학생이 자기 코드로.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 — 초안을 받고, 읽고, 반영하고, 공개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5910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 실행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194560"/>
            <a:ext cx="1463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종료 후 감독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화면의 [🤖 AI 채점].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진행률이 표시됨.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(인터넷 필요)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59152" y="22860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977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7977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273552" y="15910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검토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798064" y="2194560"/>
            <a:ext cx="1463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[답안/채점]을 열면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점수·항목별 근거·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확신도·피드백 제안.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"검토 n"은 확신도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답안.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22860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8289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76672" y="15910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2194560"/>
            <a:ext cx="1463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 점수 적용]으로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채우고 고쳐 저장,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[AI 점수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반영].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점수는 유지.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22860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766560" y="13716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86016" y="1591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86016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15910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 공개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004304" y="2194560"/>
            <a:ext cx="1463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[성적 공개]를 누르면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점수·정오·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정답·피드백 확인.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채점해도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갱신.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해 보기   </a:t>
            </a:r>
            <a:pPr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[도구 · 설정]에 OpenRouter 키 저장 → [연결 테스트] → 감독 화면에서 [AI 채점 실행] → 한 학생의 초안을 열어 근거를 읽어 봅니다.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— 학생에게 돌려주고, 엑셀로 남기기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보는 것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87452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총점과 문항별 점수, ⭕ ❌ △ 표시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정답 · 단답형 인정 답안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서술형: 점수 + 선생님 피드백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첨부한 파일 이름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채점 전인 서술형은 "채점 중"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3977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것: 모범답안 · 채점기준 · AI의 원본 판정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82896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교사가 남기는 것 — 결과 엑셀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82896" y="1901952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82896" y="190195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9019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학생별 총점·문항별 점수·이탈·문항별 정답률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82896" y="2615184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82896" y="261518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상세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6151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답안 · 첨부명 · AI 점수 · 항목별 근거 · 확정 점수 · 피드백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82896" y="3328416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82896" y="332841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3284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· 정답/모범답안 · 채점기준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882896" y="4023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[결과 엑셀 다운로드] · CSV도 제공. 시험을 삭제하면 응시 기록도 지워지니 먼저 내려받습니다.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채점을 잘 쓰는 법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채점기준은 어떻게 쓰는지, 무엇이 전송되는지, 어디까지 맡길지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채점기준이 곧 AI의 정확도입니다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광합성 과정을 설명하시오. (10점)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21214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재료로 물·이산화탄소·빛을 언급 (3점)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생성물로 포도당·산소를 언급 (3점)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엽록체에서 일어남을 언급 (2점)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명반응과 암반응의 구분을 설명 (2점)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모범답안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3474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식물은 엽록체에서 빛에너지를 이용해 물과 이산화탄소로부터 포도당과 산소를 만든다. 명반응과 암반응으로 나뉜다.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47488" y="1399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줄에 한 항목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47488" y="1673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항목마다 "(n점)"을 붙이면 AI가 항목별로 점수를 매기고 근거를 씁니다.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14884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47488" y="2221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 = 배점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47488" y="2496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점수의 합이 배점과 같아야 총점이 어긋나지 않습니다.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97180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47488" y="3044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가능한 표현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47488" y="3319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"잘 썼다"보다 "○○을 언급"처럼 있고 없음을 가릴 수 있게.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79476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47488" y="3867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모범답안은 짧게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47488" y="4142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정답의 핵심만. 길면 학생 답안의 사소한 차이를 감점합니다.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전송되나요 — 채점 버튼을 누를 때만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보내는 것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8745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내용과 배점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채점기준 · 모범답안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쓴 답안 텍스트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파일 내용 (PDF·이미지·TXT)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82896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보내지 않는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82896" y="18745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이름 · 출석번호 · 접속 코드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학생의 답안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객관식·단답형 답안 (AI를 쓰지 않음)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키 (교사 PC 세이브 파일에만 저장)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" y="39319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  </a:t>
            </a:r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답안이 OpenRouter와 선택한 모델 제공사로 전송된다는 점은 학교 방침에 따라 학생·학부모에게 고지하세요. 시험 진행 자체는 인터넷 없이 LAN만으로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채점을 잘 쓰는 다섯 가지 원칙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99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1325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초안, 결재는 교사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325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점수는 반영 전까지 총점에 들어가지 않습니다. 반영 후에도 학생별로 언제든 수정.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1984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"검토 n"부터 본다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19842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확신도가 낮은 답안이 표시됩니다. 전부 읽을 시간이 없으면 이것부터.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715768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" y="264261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읽고 기준을 고친다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6426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근거가 이상하면 학생이 아니라 채점기준을 고치고 재채점합니다.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42416" y="33009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피드백은 학생이 읽는 글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33009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제안을 그대로 보내지 말고 한 문장이라도 교사의 말로 고칩니다.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032504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42416" y="39593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쓴 답만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39593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스캔·손글씨 사진은 넣지 않습니다. 인식이 틀리면 채점도 틀립니다.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묻는 질문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90472"/>
            <a:ext cx="347472" cy="347472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4538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서버를 못 찾아요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856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PC 방화벽에서 "개인 네트워크" 허용이 빠진 경우가 대부분. 칠판의 주소를 직접 입력해도 됩니다.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90472"/>
            <a:ext cx="347472" cy="347472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4538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칸에 숫자가 안 써져요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1856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입력 상태에서 생기던 문제로, 지금 버전은 해결됐습니다. 한/영을 바꿔도 됩니다.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441448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606040"/>
            <a:ext cx="347472" cy="347472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569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채점 버튼이 안 보여요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종료된 시험 + 서술형 문항이 있을 때만 나타납니다. 키는 [도구 · 설정]에 먼저 저장.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441448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606040"/>
            <a:ext cx="347472" cy="347472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2569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학생으로 로그인돼요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864608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진행 중일 때만 자동 재접속합니다. 홈 화면 [로그아웃]으로 즉시 바꿀 수 있습니다.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557016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721608"/>
            <a:ext cx="347472" cy="347472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3685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반마다 따로 관리하고 싶어요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4087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 파일을 반별로 만들거나, 한 세이브 안에서 [과목/학급]으로 나눠 씁니다.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557016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721608"/>
            <a:ext cx="347472" cy="347472"/>
          </a:xfrm>
          <a:prstGeom prst="ellipse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303520" y="3685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어디에 보관하나요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864608" y="4087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세이브(.classdb)와 이름.files 폴더를 함께 백업. 결과 엑셀은 시험 삭제 전에 내려받기.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CC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이후에 할 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세이브로 그대로 이어 가세요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27048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27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1463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학생용 exe 배포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컴퓨터실 PC마다 복사해 두면 다음부터 접속 코드만 나눠주면 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30552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206654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시험은 객관식·단답형만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066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없이 자동 채점 흐름부터 익힌 뒤 서술형을 추가합니다.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34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42416" y="26700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서술형은 채점기준부터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6700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문항마다 "항목 (n점)" 3~4줄. 모범답안은 핵심만 짧게.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32735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 키는 내 것으로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32735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[도구 · 설정] → 키 저장 → [연결 테스트]. 소액 충전이면 한 학기 충분.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941064"/>
            <a:ext cx="420624" cy="420624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42416" y="38770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세이브와 files 폴더 백업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38770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말에 결과 엑셀을 내려받고 두 가지를 함께 보관.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문의: 프로그램 안 [도구 · 설정] → 서버 정보에 버전이 표시됩니다. 오류 메시지를 그대로 알려 주세요.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09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평가 시스템 · 교사 연수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2026-09-14T09:43:10Z</dcterms:created>
  <dcterms:modified xsi:type="dcterms:W3CDTF">2026-09-14T09:43:10Z</dcterms:modified>
</cp:coreProperties>
</file>