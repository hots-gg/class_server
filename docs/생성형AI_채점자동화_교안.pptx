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강사 소개. 오늘은 듣는 연수가 아니라 각자 컴퓨터로 시험을 만들고 학생 역할로 풀어 보고 AI 채점까지 직접 돌려 보는 실습형 연수임을 먼저 안내.
핵심 메시지 한 줄: "AI는 채점 초안을 만들고, 점수를 확정하는 것은 교사다."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개요 표를 빠르게 읽고 산출물이 무엇인지 강조. 연수가 끝나면 각자 "자기 반 시험 1개 + AI 채점 결과 엑셀"을 갖고 돌아간다.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목표 세 가지를 읽어 주고, 특히 2번(채점기준 작성)이 오늘의 핵심임을 강조. AI가 아무리 좋아도 기준이 없으면 채점이 안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1분]
시간표를 보여 주고 실습 시간이 절반 이상임을 안내. 뒤처지는 참여자가 있으면 옆 조가 도와주는 방식으로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10분]
이 파트는 강의. 참여자의 채점 경험을 한두 명에게 물어보며 시작하면 몰입이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"지난 학기 서술형 채점에 몇 시간 쓰셨나요?" 질문으로 시작. 세 가지 어려움 중 마지막(일관성)이 AI가 가장 도울 수 있는 부분임을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4분]
흐름 4단계를 왼쪽부터 짚는다. 핵심은 3단계 "항목별 판정" — 총점을 한 번에 찍는 게 아니라 기준 항목마다 있음/없음을 판단하고 근거 문장을 쓴다. 그래서 채점기준을 항목별로 쪼개 쓰는 것이 중요하다는 점을 여기서 심어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못하는 것을 솔직하게 말해야 신뢰가 생긴다. 특히 손글씨 사진과 "기준에 없는 창의적 답" 두 가지는 오늘 실습에서 그대로 겪게 될 한계.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이 프로그램의 설계 원칙. 객관식·단답형에는 AI를 쓰지 않는다(쓸 이유가 없고 비용·오류만 는다). 서술형만 AI가 초안. 초안은 반영 전까지 총점에 들어가지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15분]
이 파트 중 참여자 PC의 설치 여부를 확인. 미설치자는 공유 폴더의 파일을 지금 설치.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그림 순서: 교사 PC(서버) → 같은 교실 LAN → 학생 PC. OpenRouter는 오른쪽 끝, "AI 채점 버튼을 누를 때만" 교사 PC가 인터넷으로 연결. 시험 중에는 외부 연결이 전혀 없다는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교사 화면을 실제로 띄워 탭을 하나씩 클릭하며 보여 준다. 오늘은 학생 명단 → 시험 → 도구·설정 순서로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학생 화면도 실제로 띄워 보여 준다. 시험이 시작되면 학생이 아무것도 누르지 않아도 응시 화면으로 자동 전환된다는 점, 공용 PC용 로그아웃이 있다는 점을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과제는 파일 주고받기, 시험은 채점까지. AI 채점은 시험에만 있다. 보고서를 AI로 채점하고 싶으면 "파일 첨부를 허용한 서술형 문항" 시험으로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학교에서 반드시 나올 질문. 보내는 것/보내지 않는 것을 명확히. 학생 답안이 외부(OpenRouter와 모델 제공사)로 간다는 사실 자체는 학교 방침에 따라 고지해야 한다는 점을 분명히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10분]
여기부터 실습. 강사 화면을 크게 띄워 한 단계씩 같이 진행. 화면 배율은 [🔍]로 키워 두면 뒤에서도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설치가 안 된 참여자가 있으면 지금 공유 폴더에서 설치. 방화벽 "개인 네트워크" 체크는 지금 시연하지 않아도 되지만 학교 적용 시 필수임을 언급. OpenRouter 키는 오늘 공용 키를 나눠 주고, 개인 키 발급은 마지막에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프로그램을 켜면 세이브 선택 창이 먼저 뜬다. [새 세이브 만들기] → 바탕화면에 "연수_이름.classdb"로 저장하게 안내. 첨부 파일은 같은 위치의 "이름.files" 폴더에 저장된다는 것도 한 번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4분]
탭 오른쪽 [관리]에서 반(과목)을 하나 만들고, 그 과목을 고른 상태에서 명단을 올린다. 순서가 중요: 과목을 먼저 고르지 않으면 "과목 없음" 명단이 된다. 명렬표가 없는 참여자는 양식의 예시 5명을 그대로 써도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1분]
명단의 코드를 클릭하면 화면 가득 크게 뜬다 — 실제 수업에서 칠판 대신 이 화면을 프로젝터로 보여 주면 된다. 오늘은 짝에게 코드 하나를 알려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20분]
주제의 핵심 파트. 강의 8분 + 실습 12분. 참여자가 자기 교과 문항으로 채점기준을 직접 써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4분]
원칙을 하나씩 읽고 각각 "왜"를 설명. 1번: AI는 항목 단위로 판정하므로 한 줄 한 항목. 2번: 합이 안 맞으면 총점이 어긋난다. 3번: "잘 썼다"는 판정 불가. 4번: 모범답안이 길면 학생 답안의 사소한 차이를 감점한다.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왼쪽 나쁜 예를 먼저 읽고 무엇이 문제인지 참여자에게 묻는다(항목 없음, 점수 없음, 판정 불가 표현). 오른쪽처럼 고치면 AI 근거 문장이 "재료 언급 있음 3점"처럼 구체적으로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모범답안은 채점기준의 보조. 학생 답안이 모범답안과 "같은가"가 아니라 "기준 항목을 충족하는가"로 채점된다. 부분 점수는 항목 점수 안에서 AI가 매기며 근거를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보고서·탐구 결과물 채점 방법. 서술형 문항에 "파일첨부 = 예"를 주면 학생이 PDF·이미지·TXT를 첨부하고 AI가 요약과 채점을 함께 한다. 손글씨 스캔은 안 된다는 점 재강조.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[문제 양식(엑셀) 다운로드]를 받아 열어 보며 열을 하나씩 설명. 양식 안 "작성안내" 시트에 같은 설명이 있다. 예시 5문항이 이미 들어 있으니, 서술형 2문항만 자기 교과로 바꿔도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9분]
실습 시간. 서술형 2문항(그중 1개는 파일첨부 "예" 권장)을 자기 교과로 작성 → 가져오기 → 편집기에서 모범답안·채점기준이 들어왔는지 확인 → 과목을 고르고 저장. 시간이 부족한 참여자는 양식의 예시 문항을 그대로 저장해도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25분]
2인 1조. A가 교사 역할로 시작하고 B가 학생 역할로 응시, 종료 후 역할을 바꿔 한 번 더 하면 이상적. 시간이 없으면 한 방향만.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4분]
[시작] → 시간 5분, 전체화면 잠금은 오늘은 끄고 진행(짝이 답을 쓰는 동안 화면을 왔다 갔다 해야 하므로). 감독 화면의 이탈 경고를 눈으로 확인시킨다.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6분]
짝이 학생용으로 접속해 서술형을 실제로 쓴다. 일부러 한 문항은 기준을 절반만 충족하게 쓰라고 안내하면 뒤에서 부분 점수와 근거를 보기 좋다. 파일 첨부 문항에는 아무 PDF나 TXT를 올려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시험 종료 후 감독 화면에 [🤖 AI 채점 실행]이 나타난다. 먼저 [도구·설정]에 공용 키를 저장하고 [연결 테스트]. 실행하면 진행률이 뜨고 30초 안팎이면 끝난다. 이때 교사 PC에만 인터넷이 필요하다는 점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4분]
[답안/채점]을 열어 한 학생의 초안을 화면에 띄우고 네 요소를 짚는다. 특히 "항목별 근거"를 소리 내어 읽고, 채점기준의 어느 줄에 대응하는지 보여 준다. 확신도가 낮은 답안은 "검토" 표시가 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4분]
반영 두 가지 방법. 학생별 [이 점수 적용]은 입력칸에 채우기만 하고 저장은 교사가. [AI 점수 전체 반영]은 교사가 이미 직접 준 점수는 건드리지 않는다. 반영 후에도 언제든 학생별 수정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4분]
[성적 공개]를 누르면 짝(학생 역할)의 화면이 즉시 갱신된다 — 새로고침 없이. 학생 화면에서 피드백이 보이는 것을 함께 확인. 마지막으로 [결과 엑셀 다운로드]의 "서술형 상세" 시트를 열어 AI 점수·근거·확정 점수·피드백이 한 표에 있는 것을 보여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10분]
정리 파트. 원칙 5개를 읽고, 체크리스트로 학교 적용 시 할 일을 확인. Q&amp;A로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오늘 실습에서 각 원칙이 어디에 해당했는지 연결해 준다. 1→반영 버튼, 2→검토 표시, 3→근거 읽기, 4→피드백 칸, 5→종이 스캔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3분]
체크리스트를 하나씩 읽는다. 특히 개인정보 고지와 개인 키 발급은 오늘 연수가 끝나면 바로 해야 할 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시간이 남으면 읽고, 없으면 자료로 대체. 질문이 나오면 이 슬라이드로 돌아온다.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[소요 2분]
마무리. 공용 키는 연수 후 폐기됨을 안내하고 개인 키 발급을 권장. 질문 받고 종료.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연수 · 교안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자동화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529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시스템으로 서술형 채점 실습하기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10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90분 · 컴퓨터실 · 실습형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141C2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3840480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객관식·단답형은 규칙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78608" y="3840480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141C2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3840480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서술형만 AI가 초안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0016" y="3840480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141C2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840480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결재는 언제나 교사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연수 개요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연수는 이렇게 진행됩니다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" y="13258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32588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서술형 채점 자동화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" y="18745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· 인원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187452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 담당 교사 · 컴퓨터실 좌석 수 이내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" y="2423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· 장소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242316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90분 · 컴퓨터실 (교사 PC 1대 + 참여자 PC, 같은 LAN)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29718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" y="29718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97180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30분 + 실습 50분 + 정리 10분. 실습은 2인 1조로 교사·학생 역할 교대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6656" y="3520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352044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v0.2 (교사용 설치 파일 · 학생용 무설치 exe) · OpenRouter API 키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" y="4069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468880" y="406908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참여자별 세이브 파일, 서술형 문항 2개 이상 포함한 시험 1개, AI 채점 결과 엑셀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연수가 끝나면 이런 것을 할 수 있습니다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9903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원리를 설명할 수 있다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1325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AI가 서술형 답안을 채점하는 방식(채점기준 → 항목별 판정 → 근거)과 한계를 설명한다.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17627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42416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채점기준을 작성할 수 있다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교과 서술형 문항에 대해 AI가 항목별로 채점할 수 있는 채점기준과 모범답안을 만든다.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295351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흐름을 운영할 수 있다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38912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만들기 → 응시 → AI 채점 → 초안 검토·반영 → 성적 공개까지 프로그램으로 수행한다.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42416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기준을 세울 수 있다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38912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AI에 맡기고 무엇을 교사가 확인할지, 개인정보 고지는 어떻게 할지 정한다.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계획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90분 구성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1325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176479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" y="17647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2194560" y="176479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176479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채점 자동화인가 · 생성형 AI 채점의 원리와 한계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17647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 나누기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226771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" y="22677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이해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226771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226771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· 교사/학생 화면 · 과제와 시험 · 개인정보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22677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확인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" y="277063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" y="27706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준비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2194560" y="277063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3017520" y="277063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만들기 · 과목/학급 · 명단 올리기 · 접속 코드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277063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327355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6656" y="327355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만들기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2194560" y="327355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3017520" y="327355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4원칙 · 좋은 예/나쁜 예 · 엑셀 양식으로 시험 만들기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32735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2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57200" y="377647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76656" y="3776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응시와 AI 채점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2194560" y="37764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25분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3017520" y="37764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시작·감독 · 학생 역할 응시 · AI 채점 · 초안 검토·반영 · 공개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7315200" y="37764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3~6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457200" y="427939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6656" y="42793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2194560" y="427939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40" name="Text 37"/>
          <p:cNvSpPr txBox="1"/>
          <p:nvPr/>
        </p:nvSpPr>
        <p:spPr>
          <a:xfrm>
            <a:off x="3017520" y="427939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5원칙 · 학교 적용 체크리스트 · Q&amp;A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7315200" y="42793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도입 (10분)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채점 자동화인가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채점의 현실과, 생성형 AI가 할 수 있는 것·없는 것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채점의 현실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30명 × 3문항 = 90개 답안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걷고, 읽고, 점수 적고,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내고, 돌려주기까지.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반에 한 시간이 갑니다.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46120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83864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483864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답안과 마지막 답안의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같기 어렵습니다.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피로할수록 관대해집니다.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0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72784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점수는 주지만 "왜"를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학생마다 써 주기는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현실적으로 어렵습니다.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" y="4069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학기 서술형 채점에 시간이 얼마나 들었나요? 가장 힘든 것은 무엇이었나요?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채점의 원리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주면, 항목마다 판정하고 근거를 씁니다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5910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157984"/>
            <a:ext cx="1463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· 배점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· 모범답안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답안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359152" y="22402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797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797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15910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798064" y="2157984"/>
            <a:ext cx="1463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답안에서 기준 항목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내용을 찾음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(있음/없음/부분)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462272" y="22402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828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828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15910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판정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901184" y="2157984"/>
            <a:ext cx="1463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항목마다 점수와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한 문장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= 총점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565392" y="22402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8601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8601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15910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004304" y="2157984"/>
            <a:ext cx="1463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· 항목별 근거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확신도 · 피드백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교사가 검토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6656" y="4069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것   </a:t>
            </a:r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"정답을 아는 것"이 아니라 "기준과 답안을 대조하는 것"입니다. 기준이 없으면 채점도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잘하는 것과 못하는 것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것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9384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항목의 유무를 빠짐없이 확인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90개 답안을 같은 기준으로 처리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점수인지 근거 문장 작성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피드백 초안 작성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첨부한 보고서 요약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못하는 것 · 조심할 것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9384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기준에 없는 창의적 답을 평가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손글씨 사진·스캔본 읽기 (오인식)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모호한 기준("잘 썼다")을 해석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답을 항상 똑같이 채점 (미세한 편차)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결재 — 이건 교사의 일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설계: 규칙 · AI · 교사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1572768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단답형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432304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정답표와 비교해 즉시 채점.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쓰지 않음.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0, 오류 0.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83864" y="1572768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83864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483864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초안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483864" y="2432304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채점기준·모범답안을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근거로 항목별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점수·근거·피드백.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"초안"으로만 저장.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72784" y="1572768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72784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검토와 결재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272784" y="2432304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초안을 읽고 고쳐 반영.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전까지 총점에 미포함.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피드백도 교사 이름으로.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  </a:t>
            </a:r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자동화하는 것은 "채점 노동"이지 "채점 판단"이 아닙니다.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프로그램 이해 (15분)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PC가 서버, 학생은 접속 코드로. 시험 중에는 인터넷이 필요 없습니다.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 한 대가 교실의 서버가 됩니다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2240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719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21408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프로그램 = 서버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파일(.classdb)에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명단·시험·결과 저장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감독 · 채점 · 공개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21945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⟷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2743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LAN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554480"/>
            <a:ext cx="2240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0" y="1719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PC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2121408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 (무설치)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코드 6자리 로그인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 · 과제 제출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결과·피드백 확인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21945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⟶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2743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때만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92240" y="1554480"/>
            <a:ext cx="2194560" cy="2011680"/>
          </a:xfrm>
          <a:prstGeom prst="roundRect">
            <a:avLst>
              <a:gd name="adj" fmla="val 5455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1719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212140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회사 AI를 한 계정에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 → 인터넷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채점 요청만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이름·번호는 안 보냄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6656" y="39319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시험은 인터넷 없이 LAN만으로 진행되고, AI는 시험이 끝난 뒤 교사가 버튼을 누를 때만 씁니다.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화면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다섯 개가 곧 작업 순서입니다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444752"/>
            <a:ext cx="365760" cy="3657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" y="13716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현황판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137160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· 이탈 · 제출 현황이 실시간으로 보입니다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1975104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2048256"/>
            <a:ext cx="365760" cy="3657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" y="197510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명단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834640" y="197510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양식으로 반별 등록, 접속 코드 발급·크게 보기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578608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" y="2651760"/>
            <a:ext cx="365760" cy="3657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" y="25786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834640" y="257860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배부 → 학생 제출 → zip 일괄 회수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182112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" y="3255264"/>
            <a:ext cx="365760" cy="3657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" y="318211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시험(CBT)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834640" y="318211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편집 → 시작 → 감독 → AI 채점 → 성적 공개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57200" y="3785616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1792" y="3858768"/>
            <a:ext cx="365760" cy="3657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" y="37856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· 설정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2834640" y="3785616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키·모델, 세이브 파일, 화면 크기, 잠금 해제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화면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 두 탭만 봅니다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📁 과제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9384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배부한 파일 내려받기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작업한 파일 제출 (재제출은 교사가 허용 시)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반(과목)에 해당하는 과제만 보임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시험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9384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시험이 시작되면 자동으로 응시 화면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영역 + 답안 표기란(OMR)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1초마다 자동 저장, 붙여넣기 차단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결과와 선생님 피드백 확인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 PC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진행 중일 때만 이전 학생으로 자동 재접속. 그 외에는 켤 때마다 접속 화면이 뜨고, [로그아웃]으로 바로 바꿀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과제와 시험 — 오늘은 "시험"을 씁니다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— 파일을 주고받는 도구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9384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제목·설명·첨부 파일로 만들기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 결과 파일을 제출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마감까지 열려 있음, 채점 없음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보고서·발표 자료처럼 결과물이 파일 하나일 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— 채점까지 이어지는 도구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9384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유형 3가지, 배점, 채점기준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 시간, 끝나면 자동 제출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 자동 · 서술형 AI 초안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보고서도 "파일 첨부 서술형" 시험으로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보고서를 AI로 채점하려면 → 과제가 아니라 파일 첨부를 허용한 서술형 문항 하나짜리 시험으로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전송되나요 — 채점 버튼을 누를 때만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보내는 것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9384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내용과 배점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· 모범답안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쓴 답안 텍스트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파일 내용 (PDF · 이미지 · TXT)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보내지 않는 것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9384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이름 · 출석번호 · 접속 코드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학생의 답안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 답안 (AI 미사용)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(교사 PC 세이브 파일에만 저장)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고지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답안이 OpenRouter와 선택한 모델 제공사로 전송된다는 점은 학교 방침에 따라 학생·학부모에게 안내하세요.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실습 준비 (10분)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세이브와 명단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 컴퓨터에서 세이브 파일을 만들고, 우리 반 명렬표를 올립니다.  실습 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준비물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65960" cy="26060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5910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설치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249424"/>
            <a:ext cx="15087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Setup.exe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설치. 첫 실행 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방화벽 창에서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"개인 네트워크" 허용.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1371600"/>
            <a:ext cx="1965960" cy="26060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7977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7977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15910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2798064" y="2249424"/>
            <a:ext cx="15087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 (무설치).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실습에서는 교사·짝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 같이 띄워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나눕니다.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371600"/>
            <a:ext cx="1965960" cy="26060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8289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8289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15910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명렬표 엑셀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901184" y="2249424"/>
            <a:ext cx="15087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[명단 양식 다운로드]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양식을 받아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| 이름만 채움.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CSV도 됩니다.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66560" y="1371600"/>
            <a:ext cx="1965960" cy="26060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8601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8601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15910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004304" y="2249424"/>
            <a:ext cx="15087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키.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AI 채점에만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필요. 오늘은 공용 키,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학교에선 개인 키로.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6656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답안은 반드시 컴퓨터로 작성합니다. 종이 답안을 촬영·스캔한 파일은 글자 인식이 부정확해 AI 채점을 신뢰할 수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파일 만들기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실행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파일 선택 창이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뜹니다.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세이브를 열어야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시작됩니다.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655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655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[새 세이브 만들기]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8386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바탕화면에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연수_이름.classdb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 반·과목도 OK.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544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544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열림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7278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위쪽에 세이브 이름과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접속 주소(IP:3690)가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표시됩니다.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" y="3977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알아두기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파일 하나에 명단·시험·채점 결과·설정이 모두 들어갑니다. 첨부 파일은 옆의 이름.files 폴더에 저장되니 둘을 함께 백업하세요.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과목/학급 만들고 명단 올리기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과목/학급 만들기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오른쪽 [관리] →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"2-3 과학" 추가.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만들면 자동 선택.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655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655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 양식 받기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8386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[학생 명단] 탭 →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[명단 양식 다운로드].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| 이름만 채움.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544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544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 불러오기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7278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[명단 불러오기]에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선택.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행은 사유와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건너뜁니다.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" y="3977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해 보기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과목을 고른 상태에서 명단을 올리면 그 반 소속이 됩니다. 반이 여러 개면 과목을 바꿔 가며 올립니다.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코드 나눠주기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학생마다 6자리 코드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9384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명단을 올리면 자동 발급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누르면 화면 가득 크게 표시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[접속코드표 다운로드]로 출력 (반별)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유출되면 [재발급]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하는 것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9384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 실행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[자동 찾기] 또는 칠판의 주소 입력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코드 6자리 입력 → 접속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현황판에 접속이 바로 표시됨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 활동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짝에게 명단의 코드 하나를 알려 주고, 짝은 학생용 프로그램으로 접속해 봅니다. 현황판에 🟢가 뜨면 성공.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채점기준 만들기 (20분)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만들기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채점기준이 곧 AI의 정확도입니다. 항목별로 쪼개고, 점수를 붙이고,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판단할 수 있는 말로 씁니다.  실습 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작성 4원칙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9903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1325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줄에 한 항목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325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항목마다 "(n점)"을 붙이면 AI가 항목별로 점수를 매기고 근거를 씁니다.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17627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42416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= 배점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점수의 합이 배점과 같아야 총점이 어긋나지 않습니다.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295351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가능한 표현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"잘 썼다"보다 "○○을 언급"처럼 있고 없음을 가릴 수 있게 씁니다.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42416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모범답안은 핵심만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02336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정답의 핵심만 짧게. 길면 학생 답안의 사소한 차이를 감점합니다.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예와 나쁜 예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나쁜 예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광합성을 잘 설명하면 10점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어느 부분이 몇 점인지 없음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"잘"은 판정 불가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AI도 교사도 근거를 쓸 수 없음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예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재료로 물·이산화탄소·빛을 언급 (3점)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생성물로 포도당·산소를 언급 (3점)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엽록체에서 일어남을 언급 (2점)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명반응과 암반응의 구분을 설명 (2점)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합계 10점 = 배점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모범답안과 부분 점수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9384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채점기준을 다 충족하는 짧은 예시 답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같은지가 아니라 항목 충족 여부로 채점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2~3문장이면 충분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표현이 달라도 감점하지 않도록 핵심만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점수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9384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점수 안에서 AI가 부분 점수 부여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생성물 중 포도당만 언급 → 3점 중 1~2점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문장에 이유가 적힘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초안에서 바로 고칠 수 있음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2 예고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각자 교과의 서술형 문항 2개에 채점기준·모범답안을 써서 엑셀 양식에 넣습니다.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첨부 문항 — 보고서 채점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9903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파일첨부 = 예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325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양식의 "파일첨부" 열에 예. 학생 화면에 [파일 첨부] 칸이 생깁니다.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17627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42416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형식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103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· PNG/JPG/WEBP · TXT/MD, 10MB 이하. 다시 올리면 교체됩니다.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295351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하는 것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2880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내용을 요약(summary)하고, 채점기준에 따라 채점. 교사 화면에 요약이 함께 보입니다.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42416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되는 것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3657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보고서를 촬영·스캔한 파일. 손글씨 인식이 틀리면 채점도 틀립니다.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양식(엑셀) 열 이해하기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82296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1790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179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15179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/ 단답형 / 서술형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" y="195681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" y="1956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배점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19568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내용, 숫자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6656" y="239572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" y="2395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23957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객관식: 보기 번호 · 단답형: 인정 답안 (여러 개면 ; 로 구분)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6656" y="28346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286000" y="2834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전용 — AI 채점의 기준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6656" y="3273552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6656" y="32735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286000" y="32735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전용 — 줄마다 "항목 (n점)", 합계 = 배점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76656" y="371246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" y="3712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파일첨부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286000" y="371246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전용 — "예"면 학생이 PDF·이미지·TXT 첨부 가능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76656" y="415137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" y="41513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보기1 ~ 10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286000" y="415137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보기 (빈 칸 무시)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엑셀로 시험 만들기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채우기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[문제 양식 다운로드].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2문항을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교과로 작성.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채점기준은 항목별 (n점).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655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655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가져오기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8386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[시험] 탭 →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[엑셀로 문제 가져오기].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편집기에 문항이 채워짐.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행은 안내.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544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544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후 저장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7278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카드에 모범답안·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확인.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과목/학급 고르고 [저장].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" y="3977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"종료 즉시 성적 공개"를 켜면 시험이 끝나는 순간 객관식·단답형 점수가 학생에게 보이고, 서술형은 채점되는 대로 갱신됩니다.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응시와 AI 채점 (25분)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실습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시작 → 짝이 학생으로 응시 → AI 채점 →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검토 → 반영 → 공개.  실습 3 ~ 6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시작과 감독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5910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[시작] 클릭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157984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시간(분)을 정하고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전체화면 잠금 선택.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접속한 학생 전원이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시험 모드로.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35915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56032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797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797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15910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감독 화면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798064" y="2157984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진행률·이탈·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제출이 실시간.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전환·붙여넣기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시도는 즉시 경고.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46227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66344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828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828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15910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901184" y="2157984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자동 제출.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[시험 종료]로 앞당김.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미제출자 자동 마감.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화면 즉시 종료.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56539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676656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8601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8601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15910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채점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004304" y="2157984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객관식·단답형은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즉시 점수.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서술형은 다음 단계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초안으로.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알아두기   </a:t>
            </a:r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문항·선택지 순서가 학생마다 다르게 섞입니다. Alt+Tab 자체는 막지 못하지만 감지·기록됩니다.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학생으로 응시하기 (짝 활동)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249424"/>
            <a:ext cx="2194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 실행.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[자동 찾기] 또는 주소 입력,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짝에게 받은 코드 6자리.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6557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6557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06908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83864" y="2249424"/>
            <a:ext cx="2194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답안을 직접 입력.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문항은 일부러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절반만 맞게 써 봅니다.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5449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5449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· 제출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72784" y="2249424"/>
            <a:ext cx="2194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문항에 PDF·TXT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올리기.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[제출하기] → 확인.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화면에 제출 표시.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" y="3977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역할은 감독 화면에서 진행률과 이탈 경고를 봅니다. 학생 역할은 붙여넣기가 막히는 것을 확인해 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실행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저장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[도구 · 설정] →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설정.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공용 키 입력 →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[연결 테스트] → [저장].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655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655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실행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8386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감독 화면의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[🤖 AI 채점 실행].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답안이 이름 없이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전송. 진행률 표시.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544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544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1591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확인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7278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열: "AI 2/2" 완료,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"검토 n" 확신도 낮음,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"오류 n" 실패(재실행).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" y="3977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  </a:t>
            </a:r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30명 × 서술형 3문항 = 90회 호출. 기본 모델(Claude Haiku) 기준 수십 원 수준입니다. 첨부 파일이 크면 더 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초안 읽는 법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201168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10점처럼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점수.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전까지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총점에 미포함.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79776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근거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779776" y="201168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줄마다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"3/3 — 재료 언급"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형태의 근거 문장.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판정을 찾는 곳.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82896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확신도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82896" y="201168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스스로의 확신.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미만이면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"검토" 표시.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이것부터 읽습니다.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6656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86016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제안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986016" y="201168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읽을 문장.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점 + 보완점.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고쳐서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학생에게 보냅니다.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보기   </a:t>
            </a:r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일부러 절반만 맞게 쓴 문항의 근거를 읽어 봅니다. 어느 항목이 빠졌다고 판정했는지 확인하세요.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초안을 최종 점수로 반영하기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학생별로 — [답안/채점]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9384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점수 적용] → 점수·피드백이 입력칸에 채워짐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고친 뒤 [채점 저장]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[🤖 이 학생 AI 채점]으로 한 명만 재채점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칸의 글이 학생 화면에 그대로 표시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— [AI 점수 전체 반영]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9384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초안이 있는 모든 답안을 최종 점수로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이미 직접 입력한 점수는 유지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후에도 학생별로 수정 가능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"검토 n" 답안은 반영 전에 열어 보기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  </a:t>
            </a:r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점수는 반영 버튼을 누르기 전까지 총점에 들어가지 않습니다. 결재는 교사가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 공개와 결과 엑셀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보는 것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1929384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총점과 문항별 점수, ⭕ ❌ △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정답 · 단답형 인정 답안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점수 + 선생님 피드백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전인 서술형은 "채점 중"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것: 모범답안·채점기준·AI 원본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01184" y="1472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남기는 것 — 결과 엑셀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1929384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시트: 학생별 총점·문항별 점수·정답률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상세: 답안·첨부명·AI 점수·근거·확정 점수·피드백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시트: 문제·모범답안·채점기준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삭제 전에 먼저 내려받기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후에 서술형을 채점해도 학생 화면은 자동으로 갱신됩니다.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정리 (10분)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채점을 잘 쓰는 법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원칙, 학교 적용 체크리스트, 질문과 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채점을 잘 쓰는 다섯 가지 원칙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9903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초안, 결재는 교사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325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점수는 반영 전까지 총점에 들어가지 않습니다. 반영 후에도 학생별로 언제든 수정.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42416" y="1984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"검토 n"부터 본다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1984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확신도가 낮은 답안이 표시됩니다. 전부 읽을 시간이 없으면 이것부터.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2715768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" y="26426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읽고 기준을 고친다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206240" y="26426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근거가 이상하면 학생이 아니라 채점기준을 고치고 재채점합니다.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337413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42416" y="33009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피드백은 학생이 읽는 글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206240" y="33009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제안을 그대로 보내지 말고 한 문장이라도 교사의 말로 고칩니다.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57200" y="4032504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42416" y="3959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쓴 답만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06240" y="39593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스캔·손글씨 사진은 넣지 않습니다. 인식이 틀리면 채점도 틀립니다.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적용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전 체크리스트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학생·학부모에게 AI 채점(외부 전송) 안내 — 학교 방침에 따라 고지문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89280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892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8928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개인 키 발급 · 소액 충전 · [도구 · 설정]에 저장 후 [연결 테스트]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41401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414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414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 방화벽 "개인 네트워크" 허용 · 학생 PC에 학생용 exe 배포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29352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9352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29352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시험은 객관식·단답형만으로 흐름 익히기 → 서술형 추가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45643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4564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3456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문항마다 채점기준 3~4줄 "(n점)" · 모범답안은 핵심만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977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파일(.classdb)과 이름.files 폴더를 함께 백업 · 결과 엑셀은 시험 삭제 전에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90472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4538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서버를 못 찾아요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 방화벽 "개인 네트워크" 허용이 빠진 경우가 대부분. 칠판의 주소를 직접 입력해도 됩니다.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490472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14538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버튼이 안 보여요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64608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종료된 시험 + 서술형 문항이 있을 때만 나타납니다. 키는 [도구 · 설정]에 먼저 저장.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44144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2606040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점수가 이상해요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초안의 항목별 근거를 읽어 보세요. 기준이 모호하면 채점기준을 고치고 [AI 채점 실행]으로 재채점.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63440" y="244144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46320" y="2606040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30352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학생으로 로그인돼요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864608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진행 중일 때만 자동 재접속합니다. 홈 화면 [로그아웃]으로 즉시 바꿀 수 있습니다.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557016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3721608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97280" y="3685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반마다 따로 관리하고 싶어요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" y="4087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과목/학급을 만들고 그 과목을 고른 채 명단·시험을 만들면 반별로 나뉩니다. 세이브를 반별로 둬도 됩니다.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663440" y="3557016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46320" y="3721608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4632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303520" y="3685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어디에 보관하나요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864608" y="4087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세이브(.classdb)와 이름.files 폴더를 함께 백업. 결과 엑셀은 시험 삭제 전에 내려받기.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이후에 할 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세이브로 그대로 이어 가세요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개인 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· 소액 충전 · [도구 · 설정]에 저장 → [연결 테스트]. 공용 키는 연수 후 폐기됩니다.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39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20665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 배포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066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컴퓨터실 PC마다 복사해 두면 다음부터 접속 코드만 나눠주면 됩니다.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26700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시험은 객관식·단답형만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670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없이 자동 채점 흐름부터 익힌 뒤 서술형을 추가합니다.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3273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서술형은 채점기준부터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2735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문항마다 "항목 (n점)" 3~4줄. 모범답안은 핵심만 짧게.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950208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" y="38770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8770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말에 결과 엑셀을 내려받고 세이브와 files 폴더를 함께 보관.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질문: 프로그램 안 [도구 · 설정] → 서버 정보에 버전이 표시됩니다. 오류 메시지를 그대로 알려 주세요.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809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활용한 채점 자동화 · 교사 연수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2026-09-14T10:18:50Z</dcterms:created>
  <dcterms:modified xsi:type="dcterms:W3CDTF">2026-09-14T10:18:50Z</dcterms:modified>
</cp:coreProperties>
</file>